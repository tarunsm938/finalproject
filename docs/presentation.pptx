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Scribble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Application UI — Project Presentation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457200" cy="73152"/>
          </a:xfrm>
          <a:prstGeom prst="rect">
            <a:avLst/>
          </a:prstGeom>
          <a:solidFill>
            <a:srgbClr val="DDA5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383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pages, one app: Home, Login/Sign up, Chat, Status, Profile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Scribble is a chat application UI built for our web development coursework.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pages: Home, Login/Sign up, Chat, Status, and Profile.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front-end-only project — no backend, no framework, just HTML/CSS/JS.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message data live in the browser's localStorage for this demo.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sign-up, login, and logout with client-side validation.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 interface with a contact list and message thread.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status page and a profile page to round out the 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development through Git, from first commit to a hosted, public build.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3000" y="1417320"/>
            <a:ext cx="640080" cy="640080"/>
          </a:xfrm>
          <a:prstGeom prst="ellipse">
            <a:avLst/>
          </a:prstGeom>
          <a:solidFill>
            <a:srgbClr val="202A4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&amp; content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640080" cy="640080"/>
          </a:xfrm>
          <a:prstGeom prst="ellipse">
            <a:avLst/>
          </a:prstGeom>
          <a:solidFill>
            <a:srgbClr val="202A44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layout, responsiveness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83480" y="1417320"/>
            <a:ext cx="640080" cy="640080"/>
          </a:xfrm>
          <a:prstGeom prst="ellipse">
            <a:avLst/>
          </a:prstGeom>
          <a:solidFill>
            <a:srgbClr val="20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logic &amp; chat interactions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1417320"/>
            <a:ext cx="640080" cy="640080"/>
          </a:xfrm>
          <a:prstGeom prst="ellipse">
            <a:avLst/>
          </a:prstGeom>
          <a:solidFill>
            <a:srgbClr val="20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hosting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render as pinned sticky notes instead of the usual rounded chat bubble.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list is styled as a roster, with an online/offline status dot per contact.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navy-and-mustard palette runs consistently across every page.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use Space Grotesk, body text uses Work Sans, labels use IBM Plex Mono.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Pages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0233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introducing the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Sign 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Two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creation and login, one page with tabs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roster and message thread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Four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a status, view contacts' 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Five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and edit account 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02A44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Chat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with validation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against stored accounts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clears the session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Roster, threads, composer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02A44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874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personal status update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contacts' status feed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display name &amp; about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usage stats on profile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backend yet — a production version needs a server, database, and real password hashing.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and statuses are simulated locally rather than sent over a live connection.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don't sync across browsers or devices.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group chats, file sharing, read receipts, real-time messaging.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457200" cy="73152"/>
          </a:xfrm>
          <a:prstGeom prst="rect">
            <a:avLst/>
          </a:prstGeom>
          <a:solidFill>
            <a:srgbClr val="DDA5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1460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Scribble delivers a working sign-up, login and logout flow, a chat interface, a status page, a profile page, and a deployed build tracked through Git from first commit to submission.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A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2026-07-09T19:08:15Z</dcterms:created>
  <dcterms:modified xsi:type="dcterms:W3CDTF">2026-07-09T19:08:15Z</dcterms:modified>
</cp:coreProperties>
</file>